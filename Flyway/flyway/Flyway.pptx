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E8FA6-29CA-47B0-87CD-6C866D06495E}" v="3" dt="2024-04-23T07:03:44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vo Muñoz, Antonio" userId="4521909b-0442-4863-8a25-e409932e259e" providerId="ADAL" clId="{9D6E8FA6-29CA-47B0-87CD-6C866D06495E}"/>
    <pc:docChg chg="undo custSel addSld delSld modSld sldOrd">
      <pc:chgData name="Bravo Muñoz, Antonio" userId="4521909b-0442-4863-8a25-e409932e259e" providerId="ADAL" clId="{9D6E8FA6-29CA-47B0-87CD-6C866D06495E}" dt="2024-04-23T07:08:19.005" v="1307"/>
      <pc:docMkLst>
        <pc:docMk/>
      </pc:docMkLst>
      <pc:sldChg chg="modSp new mod ord">
        <pc:chgData name="Bravo Muñoz, Antonio" userId="4521909b-0442-4863-8a25-e409932e259e" providerId="ADAL" clId="{9D6E8FA6-29CA-47B0-87CD-6C866D06495E}" dt="2024-04-23T06:33:59.195" v="276" actId="20577"/>
        <pc:sldMkLst>
          <pc:docMk/>
          <pc:sldMk cId="320966956" sldId="258"/>
        </pc:sldMkLst>
        <pc:spChg chg="mod">
          <ac:chgData name="Bravo Muñoz, Antonio" userId="4521909b-0442-4863-8a25-e409932e259e" providerId="ADAL" clId="{9D6E8FA6-29CA-47B0-87CD-6C866D06495E}" dt="2024-04-23T06:32:45.436" v="17" actId="20577"/>
          <ac:spMkLst>
            <pc:docMk/>
            <pc:sldMk cId="320966956" sldId="258"/>
            <ac:spMk id="2" creationId="{C8378CEA-BDEF-4569-DFB5-E2398ED87B3F}"/>
          </ac:spMkLst>
        </pc:spChg>
        <pc:spChg chg="mod">
          <ac:chgData name="Bravo Muñoz, Antonio" userId="4521909b-0442-4863-8a25-e409932e259e" providerId="ADAL" clId="{9D6E8FA6-29CA-47B0-87CD-6C866D06495E}" dt="2024-04-23T06:33:59.195" v="276" actId="20577"/>
          <ac:spMkLst>
            <pc:docMk/>
            <pc:sldMk cId="320966956" sldId="258"/>
            <ac:spMk id="3" creationId="{C9F297EB-F841-810C-2480-171F8112FE60}"/>
          </ac:spMkLst>
        </pc:spChg>
      </pc:sldChg>
      <pc:sldChg chg="addSp modSp new mod">
        <pc:chgData name="Bravo Muñoz, Antonio" userId="4521909b-0442-4863-8a25-e409932e259e" providerId="ADAL" clId="{9D6E8FA6-29CA-47B0-87CD-6C866D06495E}" dt="2024-04-23T06:42:44.174" v="346" actId="1076"/>
        <pc:sldMkLst>
          <pc:docMk/>
          <pc:sldMk cId="3217814382" sldId="259"/>
        </pc:sldMkLst>
        <pc:spChg chg="mod">
          <ac:chgData name="Bravo Muñoz, Antonio" userId="4521909b-0442-4863-8a25-e409932e259e" providerId="ADAL" clId="{9D6E8FA6-29CA-47B0-87CD-6C866D06495E}" dt="2024-04-23T06:34:47.835" v="294" actId="20577"/>
          <ac:spMkLst>
            <pc:docMk/>
            <pc:sldMk cId="3217814382" sldId="259"/>
            <ac:spMk id="2" creationId="{524BAE46-B094-AE5E-664A-6CB79FBCF0BC}"/>
          </ac:spMkLst>
        </pc:spChg>
        <pc:spChg chg="mod">
          <ac:chgData name="Bravo Muñoz, Antonio" userId="4521909b-0442-4863-8a25-e409932e259e" providerId="ADAL" clId="{9D6E8FA6-29CA-47B0-87CD-6C866D06495E}" dt="2024-04-23T06:42:44.174" v="346" actId="1076"/>
          <ac:spMkLst>
            <pc:docMk/>
            <pc:sldMk cId="3217814382" sldId="259"/>
            <ac:spMk id="3" creationId="{9DD75BBD-EDC9-B1A4-E170-B2D90CE86A6F}"/>
          </ac:spMkLst>
        </pc:spChg>
        <pc:graphicFrameChg chg="add mod">
          <ac:chgData name="Bravo Muñoz, Antonio" userId="4521909b-0442-4863-8a25-e409932e259e" providerId="ADAL" clId="{9D6E8FA6-29CA-47B0-87CD-6C866D06495E}" dt="2024-04-23T06:42:07.199" v="342" actId="1076"/>
          <ac:graphicFrameMkLst>
            <pc:docMk/>
            <pc:sldMk cId="3217814382" sldId="259"/>
            <ac:graphicFrameMk id="6" creationId="{C727A2E5-DFA7-B3AF-1890-D7C6EFBE539E}"/>
          </ac:graphicFrameMkLst>
        </pc:graphicFrameChg>
        <pc:picChg chg="add mod">
          <ac:chgData name="Bravo Muñoz, Antonio" userId="4521909b-0442-4863-8a25-e409932e259e" providerId="ADAL" clId="{9D6E8FA6-29CA-47B0-87CD-6C866D06495E}" dt="2024-04-23T06:36:46.676" v="318" actId="1076"/>
          <ac:picMkLst>
            <pc:docMk/>
            <pc:sldMk cId="3217814382" sldId="259"/>
            <ac:picMk id="5" creationId="{7B63D230-2387-CF4D-E388-8B5F1147FE6F}"/>
          </ac:picMkLst>
        </pc:picChg>
      </pc:sldChg>
      <pc:sldChg chg="modSp new mod ord">
        <pc:chgData name="Bravo Muñoz, Antonio" userId="4521909b-0442-4863-8a25-e409932e259e" providerId="ADAL" clId="{9D6E8FA6-29CA-47B0-87CD-6C866D06495E}" dt="2024-04-23T07:08:19.005" v="1307"/>
        <pc:sldMkLst>
          <pc:docMk/>
          <pc:sldMk cId="3611790726" sldId="260"/>
        </pc:sldMkLst>
        <pc:spChg chg="mod">
          <ac:chgData name="Bravo Muñoz, Antonio" userId="4521909b-0442-4863-8a25-e409932e259e" providerId="ADAL" clId="{9D6E8FA6-29CA-47B0-87CD-6C866D06495E}" dt="2024-04-23T06:51:50.415" v="785" actId="2711"/>
          <ac:spMkLst>
            <pc:docMk/>
            <pc:sldMk cId="3611790726" sldId="260"/>
            <ac:spMk id="2" creationId="{CAC7BE47-3334-9396-C424-887FE8099BD1}"/>
          </ac:spMkLst>
        </pc:spChg>
        <pc:spChg chg="mod">
          <ac:chgData name="Bravo Muñoz, Antonio" userId="4521909b-0442-4863-8a25-e409932e259e" providerId="ADAL" clId="{9D6E8FA6-29CA-47B0-87CD-6C866D06495E}" dt="2024-04-23T07:08:12.027" v="1305" actId="5793"/>
          <ac:spMkLst>
            <pc:docMk/>
            <pc:sldMk cId="3611790726" sldId="260"/>
            <ac:spMk id="3" creationId="{B5462298-9872-A9D7-E20D-94E1EBBFACDE}"/>
          </ac:spMkLst>
        </pc:spChg>
      </pc:sldChg>
      <pc:sldChg chg="addSp delSp modSp new mod">
        <pc:chgData name="Bravo Muñoz, Antonio" userId="4521909b-0442-4863-8a25-e409932e259e" providerId="ADAL" clId="{9D6E8FA6-29CA-47B0-87CD-6C866D06495E}" dt="2024-04-23T07:07:32.915" v="1291" actId="20577"/>
        <pc:sldMkLst>
          <pc:docMk/>
          <pc:sldMk cId="632642016" sldId="261"/>
        </pc:sldMkLst>
        <pc:spChg chg="mod">
          <ac:chgData name="Bravo Muñoz, Antonio" userId="4521909b-0442-4863-8a25-e409932e259e" providerId="ADAL" clId="{9D6E8FA6-29CA-47B0-87CD-6C866D06495E}" dt="2024-04-23T07:04:39.941" v="1279" actId="14100"/>
          <ac:spMkLst>
            <pc:docMk/>
            <pc:sldMk cId="632642016" sldId="261"/>
            <ac:spMk id="2" creationId="{3D907DC3-2202-0156-C09D-BD22B619A1FB}"/>
          </ac:spMkLst>
        </pc:spChg>
        <pc:spChg chg="mod">
          <ac:chgData name="Bravo Muñoz, Antonio" userId="4521909b-0442-4863-8a25-e409932e259e" providerId="ADAL" clId="{9D6E8FA6-29CA-47B0-87CD-6C866D06495E}" dt="2024-04-23T07:07:32.915" v="1291" actId="20577"/>
          <ac:spMkLst>
            <pc:docMk/>
            <pc:sldMk cId="632642016" sldId="261"/>
            <ac:spMk id="3" creationId="{A70DD5E7-503F-CD37-D5C6-010ABB69D824}"/>
          </ac:spMkLst>
        </pc:spChg>
        <pc:picChg chg="add mod">
          <ac:chgData name="Bravo Muñoz, Antonio" userId="4521909b-0442-4863-8a25-e409932e259e" providerId="ADAL" clId="{9D6E8FA6-29CA-47B0-87CD-6C866D06495E}" dt="2024-04-23T07:04:34.197" v="1277" actId="1076"/>
          <ac:picMkLst>
            <pc:docMk/>
            <pc:sldMk cId="632642016" sldId="261"/>
            <ac:picMk id="5" creationId="{C68260E2-0CB0-2F48-ABCB-E3F48FDF8CF5}"/>
          </ac:picMkLst>
        </pc:picChg>
        <pc:picChg chg="add del mod">
          <ac:chgData name="Bravo Muñoz, Antonio" userId="4521909b-0442-4863-8a25-e409932e259e" providerId="ADAL" clId="{9D6E8FA6-29CA-47B0-87CD-6C866D06495E}" dt="2024-04-23T07:05:01.247" v="1282" actId="478"/>
          <ac:picMkLst>
            <pc:docMk/>
            <pc:sldMk cId="632642016" sldId="261"/>
            <ac:picMk id="7" creationId="{9A6BDBA3-1DF2-5A55-0846-FA381D9EC3D2}"/>
          </ac:picMkLst>
        </pc:picChg>
        <pc:picChg chg="add mod">
          <ac:chgData name="Bravo Muñoz, Antonio" userId="4521909b-0442-4863-8a25-e409932e259e" providerId="ADAL" clId="{9D6E8FA6-29CA-47B0-87CD-6C866D06495E}" dt="2024-04-23T07:07:27.898" v="1289" actId="1076"/>
          <ac:picMkLst>
            <pc:docMk/>
            <pc:sldMk cId="632642016" sldId="261"/>
            <ac:picMk id="9" creationId="{A5101414-21A4-D371-9319-3F8973B5C5F6}"/>
          </ac:picMkLst>
        </pc:picChg>
      </pc:sldChg>
      <pc:sldChg chg="modSp new mod">
        <pc:chgData name="Bravo Muñoz, Antonio" userId="4521909b-0442-4863-8a25-e409932e259e" providerId="ADAL" clId="{9D6E8FA6-29CA-47B0-87CD-6C866D06495E}" dt="2024-04-23T07:03:45.856" v="1274"/>
        <pc:sldMkLst>
          <pc:docMk/>
          <pc:sldMk cId="2088170627" sldId="262"/>
        </pc:sldMkLst>
        <pc:spChg chg="mod">
          <ac:chgData name="Bravo Muñoz, Antonio" userId="4521909b-0442-4863-8a25-e409932e259e" providerId="ADAL" clId="{9D6E8FA6-29CA-47B0-87CD-6C866D06495E}" dt="2024-04-23T07:01:37.880" v="1222" actId="20577"/>
          <ac:spMkLst>
            <pc:docMk/>
            <pc:sldMk cId="2088170627" sldId="262"/>
            <ac:spMk id="2" creationId="{F274B500-8914-85FE-C526-2064C81544EE}"/>
          </ac:spMkLst>
        </pc:spChg>
        <pc:spChg chg="mod">
          <ac:chgData name="Bravo Muñoz, Antonio" userId="4521909b-0442-4863-8a25-e409932e259e" providerId="ADAL" clId="{9D6E8FA6-29CA-47B0-87CD-6C866D06495E}" dt="2024-04-23T07:03:45.856" v="1274"/>
          <ac:spMkLst>
            <pc:docMk/>
            <pc:sldMk cId="2088170627" sldId="262"/>
            <ac:spMk id="3" creationId="{306A96B2-DF32-CC85-FB24-77E7A9EED18F}"/>
          </ac:spMkLst>
        </pc:spChg>
      </pc:sldChg>
      <pc:sldChg chg="modSp new del mod">
        <pc:chgData name="Bravo Muñoz, Antonio" userId="4521909b-0442-4863-8a25-e409932e259e" providerId="ADAL" clId="{9D6E8FA6-29CA-47B0-87CD-6C866D06495E}" dt="2024-04-23T07:01:25.097" v="1212" actId="2696"/>
        <pc:sldMkLst>
          <pc:docMk/>
          <pc:sldMk cId="3370488023" sldId="262"/>
        </pc:sldMkLst>
        <pc:spChg chg="mod">
          <ac:chgData name="Bravo Muñoz, Antonio" userId="4521909b-0442-4863-8a25-e409932e259e" providerId="ADAL" clId="{9D6E8FA6-29CA-47B0-87CD-6C866D06495E}" dt="2024-04-23T07:01:19.281" v="1211" actId="20577"/>
          <ac:spMkLst>
            <pc:docMk/>
            <pc:sldMk cId="3370488023" sldId="262"/>
            <ac:spMk id="2" creationId="{D1249F03-421F-F3D2-821B-DA053DF5AE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A872-8E34-1FD2-2389-BCDB7DC78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5DAB1-C846-94BA-5A33-A13769CC0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2319-BC69-AEC0-1BB9-FB50239E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8E65C-8392-FFAA-EF47-DCF3BA0E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6E5D7-A158-6AB9-A475-2BF4437F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433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73D8-C861-EF49-6B9E-8487F77EB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6D5EC-C4D7-B959-E9BF-7BB2914FF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4C4DB-4872-614B-8C1C-69A52555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8F822-984E-50F8-23E1-DB425B38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752C3-3B13-2ECF-F93F-C7F63B80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414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3C70F-93CA-918B-1438-BC9FD769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0F518-9647-1D56-7B21-E21F0023F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EA543-57E6-F690-7283-45D155F0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F538-F75B-A505-3B88-479687C90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08D25-3769-5598-293A-24188C0D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70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EDF6-F269-4A64-57A2-F473465F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8982A-9840-DB03-7130-CD851039E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4681B7-4AAE-7E24-F781-8060B90DF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CCBF8-4E2C-53AC-5F62-64ADECFB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5F11-297B-8C80-7E96-A1EAC673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3FE9-1CD7-6B14-93FD-4C67AA79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4882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D875-3F98-4780-7445-09EA59181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82628-7FFD-62AD-8535-384496F7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5B539-7FB6-3665-329D-9558BB4AC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6939D7-03BF-CE4D-7A61-E492A5539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F76F3-E366-6A05-F837-BC54F200B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9D5A0-ED98-1A8F-767F-A9AF3AE9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52B75-525E-8CBE-B34B-CB3C806A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7E6707-7597-86A1-2300-946FB1604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429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D163-EA9E-E57D-C35A-33B8D835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98B7C-ECED-F9D7-E6F9-E9954867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56FD3-17EF-2C6B-A768-E4D5647A1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7EE8D-2A34-E670-2C2F-8F901A00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39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F599C-A7A0-34A0-F991-E9A8796A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2200B9-9CBE-97BC-635F-E546D6CD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82677-2526-14E1-1A79-4FB25F50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0290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2E86-D3BC-C37A-E94F-753CA079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7C8C-BFAC-D724-6415-947F7DD2B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57292-3FD2-C0BF-64A3-4FD776C4F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49EF1-E51A-E3F3-E714-FCB82744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49BEB-B2C7-904B-AD93-C9F524EA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650A-A578-ED2F-08B4-AC0DB3B2F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506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1D26-5C26-3D2F-CD13-ED8D4BC3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0014A2-BF33-3656-0B94-4FFB8F006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81D78-6947-8BE6-59F0-D02E5B75B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676B5-CEDC-AEF7-3419-9D5EA808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7CA97-5E31-10A9-E17E-79F182BB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DD4A2-0137-F047-F41D-86764EC4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72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82EE-12BF-FFF2-8C45-6BFBA415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57920-4037-0726-D905-917C770EE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F21CB-C8A0-AEB6-E483-90BDFDE9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86D74-4874-34E9-A171-F90B0877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98095-82EF-A7BB-0FE9-80101C3C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104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7AA197-377C-F870-2C7C-6BE1441FFF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DDF855-E124-C8C6-41A4-06503F508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3913-CF59-9C44-54C5-3616B98BE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D2941-5E97-DD6A-3942-FFAAA1085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B68A-0C48-164C-07D6-E581CF78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858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DE782-AF88-87EC-66E7-D654458E9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FD98A-A540-E36C-DD50-B6C13A10D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E1CEC-653F-0952-3A19-CFBD20667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A48C8-A6B3-4A38-961A-80A874050F28}" type="datetimeFigureOut">
              <a:rPr lang="es-ES" smtClean="0"/>
              <a:t>23/04/2024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52F74-416C-A5F5-727D-3EFC63BBD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EA993-93EC-5C4D-70E0-4B410E885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4C413-05E3-471E-A25C-C06CF9C2AE4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058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red-gate.com/flyway/flyway-cli-and-api/supported-databases" TargetMode="External"/><Relationship Id="rId2" Type="http://schemas.openxmlformats.org/officeDocument/2006/relationships/hyperlink" Target="https://www.red-gate.com/products/flyway/edi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red-gate.com/hub/product-learning/flyway/the-flyway-configuration-file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lywaydb.org/blog" TargetMode="External"/><Relationship Id="rId2" Type="http://schemas.openxmlformats.org/officeDocument/2006/relationships/hyperlink" Target="https://www.github.com/flyway/flywaydb.or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2BFD-A723-A534-482A-13EB7DBBD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Flyway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F61DA-8C43-000A-6885-6BF9AB725D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err="1"/>
              <a:t>Db</a:t>
            </a:r>
            <a:r>
              <a:rPr lang="es-ES" dirty="0"/>
              <a:t> </a:t>
            </a:r>
            <a:r>
              <a:rPr lang="es-ES" dirty="0" err="1"/>
              <a:t>migration</a:t>
            </a:r>
            <a:r>
              <a:rPr lang="es-ES" dirty="0"/>
              <a:t> </a:t>
            </a:r>
            <a:r>
              <a:rPr lang="es-ES" dirty="0" err="1"/>
              <a:t>tool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979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78CEA-BDEF-4569-DFB5-E2398ED8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Flyway</a:t>
            </a:r>
            <a:r>
              <a:rPr lang="es-E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297EB-F841-810C-2480-171F8112F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Flyway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open-</a:t>
            </a:r>
            <a:r>
              <a:rPr lang="es-ES" dirty="0" err="1"/>
              <a:t>source</a:t>
            </a:r>
            <a:r>
              <a:rPr lang="es-ES" dirty="0"/>
              <a:t> </a:t>
            </a:r>
            <a:r>
              <a:rPr lang="es-ES" dirty="0" err="1"/>
              <a:t>tool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vesion</a:t>
            </a:r>
            <a:r>
              <a:rPr lang="es-ES" dirty="0"/>
              <a:t> control and </a:t>
            </a:r>
            <a:r>
              <a:rPr lang="es-ES" dirty="0" err="1"/>
              <a:t>database</a:t>
            </a:r>
            <a:r>
              <a:rPr lang="es-ES" dirty="0"/>
              <a:t> </a:t>
            </a:r>
            <a:r>
              <a:rPr lang="es-ES" dirty="0" err="1"/>
              <a:t>migration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enables</a:t>
            </a:r>
            <a:r>
              <a:rPr lang="es-ES" dirty="0"/>
              <a:t> incremental and </a:t>
            </a:r>
            <a:r>
              <a:rPr lang="es-ES" dirty="0" err="1"/>
              <a:t>evolutionay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database</a:t>
            </a:r>
            <a:r>
              <a:rPr lang="es-ES" dirty="0"/>
              <a:t> </a:t>
            </a:r>
            <a:r>
              <a:rPr lang="es-ES" dirty="0" err="1"/>
              <a:t>schema</a:t>
            </a:r>
            <a:endParaRPr lang="es-ES" dirty="0"/>
          </a:p>
          <a:p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ensures</a:t>
            </a:r>
            <a:r>
              <a:rPr lang="es-ES" dirty="0"/>
              <a:t> </a:t>
            </a:r>
            <a:r>
              <a:rPr lang="es-ES" dirty="0" err="1"/>
              <a:t>safe</a:t>
            </a:r>
            <a:r>
              <a:rPr lang="es-ES" dirty="0"/>
              <a:t> and </a:t>
            </a:r>
            <a:r>
              <a:rPr lang="es-ES" dirty="0" err="1"/>
              <a:t>consistent</a:t>
            </a:r>
            <a:r>
              <a:rPr lang="es-ES" dirty="0"/>
              <a:t> </a:t>
            </a:r>
            <a:r>
              <a:rPr lang="es-ES" dirty="0" err="1"/>
              <a:t>application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database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development</a:t>
            </a:r>
            <a:r>
              <a:rPr lang="es-ES" dirty="0"/>
              <a:t>, </a:t>
            </a:r>
            <a:r>
              <a:rPr lang="es-ES" dirty="0" err="1"/>
              <a:t>testing</a:t>
            </a:r>
            <a:r>
              <a:rPr lang="es-ES" dirty="0"/>
              <a:t> and </a:t>
            </a:r>
            <a:r>
              <a:rPr lang="es-ES" dirty="0" err="1"/>
              <a:t>production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96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AE46-B094-AE5E-664A-6CB79FBC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Installing</a:t>
            </a:r>
            <a:r>
              <a:rPr lang="es-ES" dirty="0"/>
              <a:t> </a:t>
            </a:r>
            <a:r>
              <a:rPr lang="es-ES" dirty="0" err="1"/>
              <a:t>Flyway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75BBD-EDC9-B1A4-E170-B2D90CE86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47" y="1286407"/>
            <a:ext cx="10515600" cy="4834076"/>
          </a:xfrm>
        </p:spPr>
        <p:txBody>
          <a:bodyPr/>
          <a:lstStyle/>
          <a:p>
            <a:r>
              <a:rPr lang="en-US" sz="1400" dirty="0">
                <a:hlinkClick r:id="rId2"/>
              </a:rPr>
              <a:t>Download - Flyway features and editions (red-gate.com)</a:t>
            </a:r>
            <a:endParaRPr lang="en-US" sz="1400" dirty="0"/>
          </a:p>
          <a:p>
            <a:r>
              <a:rPr lang="en-US" sz="1400" dirty="0">
                <a:hlinkClick r:id="rId3"/>
              </a:rPr>
              <a:t>Supported Databases - Flyway - Product Documentation (red-gate.com)</a:t>
            </a:r>
            <a:endParaRPr lang="es-ES" sz="1400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3D230-2387-CF4D-E388-8B5F1147F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191" y="117109"/>
            <a:ext cx="6918993" cy="662378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27A2E5-DFA7-B3AF-1890-D7C6EFBE5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814459"/>
              </p:ext>
            </p:extLst>
          </p:nvPr>
        </p:nvGraphicFramePr>
        <p:xfrm>
          <a:off x="277191" y="2363305"/>
          <a:ext cx="4953000" cy="2498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419450621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756682265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356773592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Aurora MySQL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H2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SAP HANA (Including SAP HANA Cloud)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5075033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Aurora PostgreSQL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HSQLDB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SingleStoreDB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547626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Azure Synapse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Ignite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Snowflake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43428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Cassandra Database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Informix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SQLite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97515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Clickhouse Database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 err="1">
                          <a:effectLst/>
                        </a:rPr>
                        <a:t>MariaDB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SQL Server Database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14042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CockroachDB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MongoDB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Sybase ASE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329125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DB2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MySQL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TestContainers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485076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Derby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Oracle Database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TiDB (Titanium DB)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722760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Firebird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Percona XtraDB Cluster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TimescaleDB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0205226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Google BigQuery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PostgreSQL Database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YugabyteDB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41573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Google Cloud Spanner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>
                          <a:effectLst/>
                        </a:rPr>
                        <a:t>Redshift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9600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814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E4EC-D419-B641-4E4A-423BD9BD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flyway.conf</a:t>
            </a:r>
            <a:br>
              <a:rPr lang="es-ES" dirty="0"/>
            </a:br>
            <a:r>
              <a:rPr lang="en-US" sz="1300" dirty="0">
                <a:hlinkClick r:id="rId2"/>
              </a:rPr>
              <a:t>A Programmer's Guide to Flyway Configuration | Redgate (red-gate.com)</a:t>
            </a:r>
            <a:endParaRPr lang="es-ES" sz="1300" dirty="0"/>
          </a:p>
        </p:txBody>
      </p:sp>
      <p:pic>
        <p:nvPicPr>
          <p:cNvPr id="1026" name="Picture 2" descr="how Flyway uses configuration files ">
            <a:extLst>
              <a:ext uri="{FF2B5EF4-FFF2-40B4-BE49-F238E27FC236}">
                <a16:creationId xmlns:a16="http://schemas.microsoft.com/office/drawing/2014/main" id="{D773807E-023E-E097-8518-A3F5F5FE50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024" y="1846036"/>
            <a:ext cx="543175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65C8CA-E60A-5799-44B6-F0931C43A511}"/>
              </a:ext>
            </a:extLst>
          </p:cNvPr>
          <p:cNvSpPr txBox="1"/>
          <p:nvPr/>
        </p:nvSpPr>
        <p:spPr>
          <a:xfrm>
            <a:off x="717437" y="1736288"/>
            <a:ext cx="43035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# </a:t>
            </a:r>
            <a:r>
              <a:rPr lang="es-ES" dirty="0" err="1"/>
              <a:t>Intiatize</a:t>
            </a:r>
            <a:r>
              <a:rPr lang="es-ES" dirty="0"/>
              <a:t> </a:t>
            </a:r>
            <a:r>
              <a:rPr lang="es-ES" dirty="0" err="1"/>
              <a:t>Flyway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DB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does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exists</a:t>
            </a:r>
            <a:endParaRPr lang="es-ES" dirty="0"/>
          </a:p>
          <a:p>
            <a:r>
              <a:rPr lang="es-ES" dirty="0" err="1"/>
              <a:t>flyway.baselineOnMigrate</a:t>
            </a:r>
            <a:r>
              <a:rPr lang="es-ES" dirty="0"/>
              <a:t>=true</a:t>
            </a:r>
          </a:p>
          <a:p>
            <a:endParaRPr lang="es-ES" dirty="0"/>
          </a:p>
          <a:p>
            <a:r>
              <a:rPr lang="es-ES" dirty="0"/>
              <a:t>#flyway.user=</a:t>
            </a:r>
          </a:p>
          <a:p>
            <a:r>
              <a:rPr lang="es-ES" dirty="0"/>
              <a:t>#flyway.password=</a:t>
            </a:r>
          </a:p>
          <a:p>
            <a:endParaRPr lang="es-ES" dirty="0"/>
          </a:p>
          <a:p>
            <a:r>
              <a:rPr lang="es-ES" dirty="0"/>
              <a:t>flyway.url=</a:t>
            </a:r>
            <a:r>
              <a:rPr lang="es-ES" dirty="0" err="1"/>
              <a:t>jdbc:sqlserver</a:t>
            </a:r>
            <a:r>
              <a:rPr lang="es-ES" dirty="0"/>
              <a:t>://&lt;Server&gt;:&gt;Port&gt;;</a:t>
            </a:r>
            <a:r>
              <a:rPr lang="es-ES" dirty="0" err="1"/>
              <a:t>databaseName</a:t>
            </a:r>
            <a:r>
              <a:rPr lang="es-ES" dirty="0"/>
              <a:t>=&lt;</a:t>
            </a:r>
            <a:r>
              <a:rPr lang="es-ES" dirty="0" err="1"/>
              <a:t>DBName</a:t>
            </a:r>
            <a:r>
              <a:rPr lang="es-ES" dirty="0"/>
              <a:t>&gt;;</a:t>
            </a:r>
            <a:r>
              <a:rPr lang="es-ES" dirty="0" err="1"/>
              <a:t>integratedSecurity</a:t>
            </a:r>
            <a:r>
              <a:rPr lang="es-ES" dirty="0"/>
              <a:t>=</a:t>
            </a:r>
            <a:r>
              <a:rPr lang="es-ES" dirty="0" err="1"/>
              <a:t>true;trustServerCertificate</a:t>
            </a:r>
            <a:r>
              <a:rPr lang="es-ES" dirty="0"/>
              <a:t>=true</a:t>
            </a:r>
          </a:p>
          <a:p>
            <a:endParaRPr lang="es-ES" dirty="0"/>
          </a:p>
          <a:p>
            <a:r>
              <a:rPr lang="es-ES" dirty="0" err="1"/>
              <a:t>flyway.locations</a:t>
            </a:r>
            <a:r>
              <a:rPr lang="es-ES" dirty="0"/>
              <a:t>=</a:t>
            </a:r>
            <a:r>
              <a:rPr lang="es-ES" dirty="0" err="1"/>
              <a:t>filesystem</a:t>
            </a:r>
            <a:r>
              <a:rPr lang="es-ES" dirty="0"/>
              <a:t>:./</a:t>
            </a:r>
            <a:r>
              <a:rPr lang="es-ES" dirty="0" err="1"/>
              <a:t>migrations</a:t>
            </a:r>
            <a:r>
              <a:rPr lang="es-ES" dirty="0"/>
              <a:t>,./sprint-*,</a:t>
            </a:r>
            <a:r>
              <a:rPr lang="es-ES" dirty="0" err="1"/>
              <a:t>filesystem</a:t>
            </a:r>
            <a:r>
              <a:rPr lang="es-ES" dirty="0"/>
              <a:t>:./</a:t>
            </a:r>
            <a:r>
              <a:rPr lang="es-ES" dirty="0" err="1"/>
              <a:t>migrations-undo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832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7DC3-2202-0156-C09D-BD22B619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764"/>
          </a:xfrm>
        </p:spPr>
        <p:txBody>
          <a:bodyPr/>
          <a:lstStyle/>
          <a:p>
            <a:r>
              <a:rPr lang="es-ES" dirty="0"/>
              <a:t>File </a:t>
            </a:r>
            <a:r>
              <a:rPr lang="es-ES" dirty="0" err="1"/>
              <a:t>Structure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D5E7-503F-CD37-D5C6-010ABB69D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1223890"/>
            <a:ext cx="11333155" cy="4953073"/>
          </a:xfrm>
        </p:spPr>
        <p:txBody>
          <a:bodyPr/>
          <a:lstStyle/>
          <a:p>
            <a:r>
              <a:rPr lang="es-ES" dirty="0" err="1"/>
              <a:t>Migrations</a:t>
            </a:r>
            <a:r>
              <a:rPr lang="es-ES" dirty="0"/>
              <a:t> scripts</a:t>
            </a:r>
          </a:p>
          <a:p>
            <a:pPr lvl="1"/>
            <a:r>
              <a:rPr lang="es-ES" dirty="0"/>
              <a:t>“V1__migrationName.sql” &lt;- </a:t>
            </a:r>
            <a:r>
              <a:rPr lang="es-ES" dirty="0" err="1"/>
              <a:t>Migration</a:t>
            </a:r>
            <a:r>
              <a:rPr lang="es-ES" dirty="0"/>
              <a:t> script </a:t>
            </a:r>
            <a:r>
              <a:rPr lang="es-ES" dirty="0" err="1"/>
              <a:t>delimited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double</a:t>
            </a:r>
            <a:r>
              <a:rPr lang="es-ES" dirty="0"/>
              <a:t> </a:t>
            </a:r>
            <a:r>
              <a:rPr lang="es-ES" dirty="0" err="1"/>
              <a:t>underscore</a:t>
            </a:r>
            <a:endParaRPr lang="es-ES" dirty="0"/>
          </a:p>
          <a:p>
            <a:pPr lvl="1"/>
            <a:r>
              <a:rPr lang="es-ES" dirty="0"/>
              <a:t>“R__</a:t>
            </a:r>
            <a:r>
              <a:rPr lang="es-ES" dirty="0" err="1"/>
              <a:t>name_for_repitable_object.sql</a:t>
            </a:r>
            <a:r>
              <a:rPr lang="es-ES" dirty="0"/>
              <a:t>”</a:t>
            </a:r>
          </a:p>
          <a:p>
            <a:pPr lvl="1"/>
            <a:r>
              <a:rPr lang="es-ES" dirty="0"/>
              <a:t>“U1__undoMigrationName_for_version_1.sql”</a:t>
            </a:r>
          </a:p>
          <a:p>
            <a:pPr lvl="1"/>
            <a:endParaRPr lang="es-ES" dirty="0"/>
          </a:p>
          <a:p>
            <a:pPr marL="457200" lvl="1" indent="0">
              <a:buNone/>
            </a:pP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260E2-0CB0-2F48-ABCB-E3F48FDF8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62" y="5032374"/>
            <a:ext cx="10592344" cy="1365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101414-21A4-D371-9319-3F8973B5C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696" y="2938387"/>
            <a:ext cx="8217322" cy="15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4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BE47-3334-9396-C424-887FE809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4000" dirty="0"/>
              <a:t>Basic </a:t>
            </a:r>
            <a:r>
              <a:rPr lang="es-ES" sz="4000" dirty="0" err="1"/>
              <a:t>Flyway</a:t>
            </a:r>
            <a:r>
              <a:rPr lang="es-ES" sz="4000" dirty="0"/>
              <a:t> </a:t>
            </a:r>
            <a:r>
              <a:rPr lang="es-ES" sz="4000" dirty="0" err="1"/>
              <a:t>Commands</a:t>
            </a:r>
            <a:br>
              <a:rPr lang="es-ES" sz="4000" dirty="0"/>
            </a:b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flyway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options</a:t>
            </a:r>
            <a:r>
              <a:rPr 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endParaRPr 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62298-9872-A9D7-E20D-94E1EBBFA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 err="1"/>
              <a:t>Migrate</a:t>
            </a:r>
            <a:r>
              <a:rPr lang="es-ES" dirty="0"/>
              <a:t>: </a:t>
            </a:r>
            <a:r>
              <a:rPr lang="es-ES" dirty="0" err="1"/>
              <a:t>Applies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pending</a:t>
            </a:r>
            <a:r>
              <a:rPr lang="es-ES" dirty="0"/>
              <a:t> </a:t>
            </a:r>
            <a:r>
              <a:rPr lang="es-ES" dirty="0" err="1"/>
              <a:t>migrations</a:t>
            </a:r>
            <a:endParaRPr lang="es-ES" dirty="0"/>
          </a:p>
          <a:p>
            <a:r>
              <a:rPr lang="es-ES" b="1" dirty="0" err="1"/>
              <a:t>Clean</a:t>
            </a:r>
            <a:r>
              <a:rPr lang="es-ES" dirty="0"/>
              <a:t>: </a:t>
            </a:r>
            <a:r>
              <a:rPr lang="es-ES" dirty="0" err="1"/>
              <a:t>Removes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objects</a:t>
            </a:r>
            <a:r>
              <a:rPr lang="es-ES" dirty="0"/>
              <a:t> </a:t>
            </a:r>
            <a:r>
              <a:rPr lang="es-ES" dirty="0" err="1"/>
              <a:t>from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configured</a:t>
            </a:r>
            <a:r>
              <a:rPr lang="es-ES" dirty="0"/>
              <a:t> </a:t>
            </a:r>
            <a:r>
              <a:rPr lang="es-ES" dirty="0" err="1"/>
              <a:t>shemas</a:t>
            </a:r>
            <a:r>
              <a:rPr lang="es-ES" dirty="0"/>
              <a:t>(</a:t>
            </a:r>
            <a:r>
              <a:rPr lang="es-ES" dirty="0" err="1"/>
              <a:t>caution</a:t>
            </a:r>
            <a:r>
              <a:rPr lang="es-ES" dirty="0"/>
              <a:t>)</a:t>
            </a:r>
          </a:p>
          <a:p>
            <a:r>
              <a:rPr lang="es-ES" b="1" dirty="0" err="1"/>
              <a:t>Info</a:t>
            </a:r>
            <a:r>
              <a:rPr lang="es-ES" dirty="0"/>
              <a:t>: </a:t>
            </a:r>
            <a:r>
              <a:rPr lang="es-ES" dirty="0" err="1"/>
              <a:t>Provides</a:t>
            </a:r>
            <a:r>
              <a:rPr lang="es-ES" dirty="0"/>
              <a:t> </a:t>
            </a:r>
            <a:r>
              <a:rPr lang="es-ES" dirty="0" err="1"/>
              <a:t>detailed</a:t>
            </a:r>
            <a:r>
              <a:rPr lang="es-ES" dirty="0"/>
              <a:t> </a:t>
            </a:r>
            <a:r>
              <a:rPr lang="es-ES" dirty="0" err="1"/>
              <a:t>information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state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migrations</a:t>
            </a:r>
            <a:endParaRPr lang="es-ES" dirty="0"/>
          </a:p>
          <a:p>
            <a:r>
              <a:rPr lang="es-ES" b="1" dirty="0" err="1"/>
              <a:t>Validate</a:t>
            </a:r>
            <a:r>
              <a:rPr lang="es-ES" dirty="0"/>
              <a:t>: </a:t>
            </a:r>
            <a:r>
              <a:rPr lang="es-ES" dirty="0" err="1"/>
              <a:t>Checks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migrations</a:t>
            </a:r>
            <a:r>
              <a:rPr lang="es-ES" dirty="0"/>
              <a:t> </a:t>
            </a:r>
            <a:r>
              <a:rPr lang="es-ES" dirty="0" err="1"/>
              <a:t>applied</a:t>
            </a:r>
            <a:r>
              <a:rPr lang="es-ES" dirty="0"/>
              <a:t> in </a:t>
            </a:r>
            <a:r>
              <a:rPr lang="es-ES" dirty="0" err="1"/>
              <a:t>database</a:t>
            </a:r>
            <a:r>
              <a:rPr lang="es-ES" dirty="0"/>
              <a:t> match </a:t>
            </a:r>
            <a:r>
              <a:rPr lang="es-ES" dirty="0" err="1"/>
              <a:t>those</a:t>
            </a:r>
            <a:r>
              <a:rPr lang="es-ES" dirty="0"/>
              <a:t> </a:t>
            </a:r>
            <a:r>
              <a:rPr lang="es-ES" dirty="0" err="1"/>
              <a:t>available</a:t>
            </a:r>
            <a:r>
              <a:rPr lang="es-ES" dirty="0"/>
              <a:t> </a:t>
            </a:r>
            <a:r>
              <a:rPr lang="es-ES" dirty="0" err="1"/>
              <a:t>locally</a:t>
            </a:r>
            <a:endParaRPr lang="es-ES" dirty="0"/>
          </a:p>
          <a:p>
            <a:r>
              <a:rPr lang="es-ES" b="1" dirty="0" err="1"/>
              <a:t>Undo</a:t>
            </a:r>
            <a:r>
              <a:rPr lang="es-ES" dirty="0"/>
              <a:t> [</a:t>
            </a:r>
            <a:r>
              <a:rPr lang="es-ES" dirty="0" err="1"/>
              <a:t>Flyway</a:t>
            </a:r>
            <a:r>
              <a:rPr lang="es-ES" dirty="0"/>
              <a:t> </a:t>
            </a:r>
            <a:r>
              <a:rPr lang="es-ES" dirty="0" err="1"/>
              <a:t>Teams</a:t>
            </a:r>
            <a:r>
              <a:rPr lang="es-ES" dirty="0"/>
              <a:t>]: </a:t>
            </a:r>
            <a:r>
              <a:rPr lang="es-ES" dirty="0" err="1"/>
              <a:t>undoes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most</a:t>
            </a:r>
            <a:r>
              <a:rPr lang="es-ES" dirty="0"/>
              <a:t> </a:t>
            </a:r>
            <a:r>
              <a:rPr lang="es-ES" dirty="0" err="1"/>
              <a:t>recently</a:t>
            </a:r>
            <a:r>
              <a:rPr lang="es-ES" dirty="0"/>
              <a:t> </a:t>
            </a:r>
            <a:r>
              <a:rPr lang="es-ES" dirty="0" err="1"/>
              <a:t>applied</a:t>
            </a:r>
            <a:r>
              <a:rPr lang="es-ES" dirty="0"/>
              <a:t> </a:t>
            </a:r>
            <a:r>
              <a:rPr lang="es-ES" dirty="0" err="1"/>
              <a:t>migration</a:t>
            </a:r>
            <a:endParaRPr lang="es-ES" dirty="0"/>
          </a:p>
          <a:p>
            <a:r>
              <a:rPr lang="es-ES" b="1" dirty="0" err="1"/>
              <a:t>Baseline</a:t>
            </a:r>
            <a:r>
              <a:rPr lang="es-ES" dirty="0"/>
              <a:t>: </a:t>
            </a:r>
            <a:r>
              <a:rPr lang="es-ES" dirty="0" err="1"/>
              <a:t>Baselines</a:t>
            </a:r>
            <a:r>
              <a:rPr lang="es-ES" dirty="0"/>
              <a:t> </a:t>
            </a:r>
            <a:r>
              <a:rPr lang="es-ES" dirty="0" err="1"/>
              <a:t>an</a:t>
            </a:r>
            <a:r>
              <a:rPr lang="es-ES" dirty="0"/>
              <a:t> </a:t>
            </a:r>
            <a:r>
              <a:rPr lang="es-ES" dirty="0" err="1"/>
              <a:t>existing</a:t>
            </a:r>
            <a:r>
              <a:rPr lang="es-ES" dirty="0"/>
              <a:t> </a:t>
            </a:r>
            <a:r>
              <a:rPr lang="es-ES" dirty="0" err="1"/>
              <a:t>database</a:t>
            </a:r>
            <a:r>
              <a:rPr lang="es-ES" dirty="0"/>
              <a:t>, </a:t>
            </a:r>
            <a:r>
              <a:rPr lang="es-ES" dirty="0" err="1"/>
              <a:t>excluding</a:t>
            </a:r>
            <a:r>
              <a:rPr lang="es-ES" dirty="0"/>
              <a:t>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migrations</a:t>
            </a:r>
            <a:r>
              <a:rPr lang="es-ES" dirty="0"/>
              <a:t> up </a:t>
            </a:r>
            <a:r>
              <a:rPr lang="es-ES" dirty="0" err="1"/>
              <a:t>to</a:t>
            </a:r>
            <a:r>
              <a:rPr lang="es-ES" dirty="0"/>
              <a:t> and </a:t>
            </a:r>
            <a:r>
              <a:rPr lang="es-ES" dirty="0" err="1"/>
              <a:t>including</a:t>
            </a:r>
            <a:r>
              <a:rPr lang="es-ES" dirty="0"/>
              <a:t> </a:t>
            </a:r>
            <a:r>
              <a:rPr lang="es-ES" dirty="0" err="1"/>
              <a:t>baselineVersion</a:t>
            </a:r>
            <a:endParaRPr lang="es-ES" dirty="0"/>
          </a:p>
          <a:p>
            <a:r>
              <a:rPr lang="es-ES" b="1" dirty="0" err="1"/>
              <a:t>Repair</a:t>
            </a:r>
            <a:r>
              <a:rPr lang="es-ES" dirty="0"/>
              <a:t>: </a:t>
            </a:r>
            <a:r>
              <a:rPr lang="es-ES" dirty="0" err="1"/>
              <a:t>Repairs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schema</a:t>
            </a:r>
            <a:r>
              <a:rPr lang="es-ES" dirty="0"/>
              <a:t> </a:t>
            </a:r>
            <a:r>
              <a:rPr lang="es-ES" dirty="0" err="1"/>
              <a:t>history</a:t>
            </a:r>
            <a:r>
              <a:rPr lang="es-ES" dirty="0"/>
              <a:t> table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s-E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flyway</a:t>
            </a:r>
            <a:r>
              <a:rPr lang="es-E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-target="1.0.5" -</a:t>
            </a:r>
            <a:r>
              <a:rPr lang="es-E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ignoreMigrationPatterns</a:t>
            </a:r>
            <a:r>
              <a:rPr lang="es-E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='*:</a:t>
            </a:r>
            <a:r>
              <a:rPr lang="es-E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ignored</a:t>
            </a:r>
            <a:r>
              <a:rPr lang="es-E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' -</a:t>
            </a:r>
            <a:r>
              <a:rPr lang="es-E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outOfOrder</a:t>
            </a:r>
            <a:r>
              <a:rPr lang="es-E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=true </a:t>
            </a:r>
            <a:r>
              <a:rPr lang="es-E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migrate</a:t>
            </a:r>
            <a:endParaRPr lang="es-ES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9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B500-8914-85FE-C526-2064C815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Resources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A96B2-DF32-CC85-FB24-77E7A9EED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hlinkClick r:id="rId2"/>
              </a:rPr>
              <a:t>https://www.github.com/flyway/flywaydb.org</a:t>
            </a:r>
            <a:endParaRPr lang="es-ES" dirty="0"/>
          </a:p>
          <a:p>
            <a:r>
              <a:rPr lang="es-ES" dirty="0">
                <a:hlinkClick r:id="rId3"/>
              </a:rPr>
              <a:t>Blog - </a:t>
            </a:r>
            <a:r>
              <a:rPr lang="es-ES" dirty="0" err="1">
                <a:hlinkClick r:id="rId3"/>
              </a:rPr>
              <a:t>Flyway</a:t>
            </a:r>
            <a:r>
              <a:rPr lang="es-ES" dirty="0">
                <a:hlinkClick r:id="rId3"/>
              </a:rPr>
              <a:t> (flywaydb.org)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8170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373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Courier New</vt:lpstr>
      <vt:lpstr>Office Theme</vt:lpstr>
      <vt:lpstr>Flyway</vt:lpstr>
      <vt:lpstr>What is Flyway?</vt:lpstr>
      <vt:lpstr>Installing Flyway</vt:lpstr>
      <vt:lpstr>flyway.conf A Programmer's Guide to Flyway Configuration | Redgate (red-gate.com)</vt:lpstr>
      <vt:lpstr>File Structure</vt:lpstr>
      <vt:lpstr>Basic Flyway Commands &gt; flyway [options] command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Flyway</dc:title>
  <dc:creator>Bravo Muñoz, Antonio</dc:creator>
  <cp:lastModifiedBy>Bravo Muñoz, Antonio</cp:lastModifiedBy>
  <cp:revision>1</cp:revision>
  <dcterms:created xsi:type="dcterms:W3CDTF">2024-04-23T06:23:58Z</dcterms:created>
  <dcterms:modified xsi:type="dcterms:W3CDTF">2024-04-23T07:08:21Z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2b2348-a379-47d7-bf25-1402d7b08038_Enabled">
    <vt:lpwstr>true</vt:lpwstr>
  </property>
  <property fmtid="{D5CDD505-2E9C-101B-9397-08002B2CF9AE}" pid="3" name="MSIP_Label_162b2348-a379-47d7-bf25-1402d7b08038_SetDate">
    <vt:lpwstr>2024-04-23T06:31:27Z</vt:lpwstr>
  </property>
  <property fmtid="{D5CDD505-2E9C-101B-9397-08002B2CF9AE}" pid="4" name="MSIP_Label_162b2348-a379-47d7-bf25-1402d7b08038_Method">
    <vt:lpwstr>Standard</vt:lpwstr>
  </property>
  <property fmtid="{D5CDD505-2E9C-101B-9397-08002B2CF9AE}" pid="5" name="MSIP_Label_162b2348-a379-47d7-bf25-1402d7b08038_Name">
    <vt:lpwstr>Business</vt:lpwstr>
  </property>
  <property fmtid="{D5CDD505-2E9C-101B-9397-08002B2CF9AE}" pid="6" name="MSIP_Label_162b2348-a379-47d7-bf25-1402d7b08038_SiteId">
    <vt:lpwstr>abf9983b-ca77-4f20-9633-ca9c5a847041</vt:lpwstr>
  </property>
  <property fmtid="{D5CDD505-2E9C-101B-9397-08002B2CF9AE}" pid="7" name="MSIP_Label_162b2348-a379-47d7-bf25-1402d7b08038_ActionId">
    <vt:lpwstr>ad5e2605-7c95-455f-a59f-5e8f1b2af539</vt:lpwstr>
  </property>
  <property fmtid="{D5CDD505-2E9C-101B-9397-08002B2CF9AE}" pid="8" name="MSIP_Label_162b2348-a379-47d7-bf25-1402d7b08038_ContentBits">
    <vt:lpwstr>0</vt:lpwstr>
  </property>
</Properties>
</file>